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SHIELD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URL Trust Analyzer &amp; Malicious Detection</a:t>
            </a:r>
          </a:p>
          <a:p>
            <a:r>
              <a:t>Next-Gen Cybersecurity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Shield AI is a state-of-the-art URL analysis platform.</a:t>
            </a:r>
          </a:p>
          <a:p>
            <a:r>
              <a:t>• Real-time detection of phishing and malicious URLs.</a:t>
            </a:r>
          </a:p>
          <a:p>
            <a:r>
              <a:t>• Dual-engine approach: Machine Learning + Heuristic Analysis.</a:t>
            </a:r>
          </a:p>
          <a:p>
            <a:r>
              <a:t>• Ultra-premium user interface for seamless interaction.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Modern Threat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Cyber threats are evolving rapidly.</a:t>
            </a:r>
          </a:p>
          <a:p>
            <a:r>
              <a:t>• Phishing remains the #1 entry point for data breaches.</a:t>
            </a:r>
          </a:p>
          <a:p>
            <a:r>
              <a:t>• Malicious URLs mimic legitimate sites with high accuracy.</a:t>
            </a:r>
          </a:p>
          <a:p>
            <a:r>
              <a:t>• Traditional blocklists are often outdated by hours or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Random Forest Classifier analyzes structural URL features:</a:t>
            </a:r>
          </a:p>
          <a:p>
            <a:r>
              <a:t>• Feature Extraction: URL length, domain depth, TLD reputation.</a:t>
            </a:r>
          </a:p>
          <a:p>
            <a:r>
              <a:t>• Pattern Recognition: Detecting obfuscation and redirection tricks.</a:t>
            </a:r>
          </a:p>
          <a:p>
            <a:r>
              <a:t>• Predictive Scoring: Providing a probability-based trust verdict.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Heuristic &amp; Structural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Beyond AI, Shield AI performs deep technical verification:</a:t>
            </a:r>
          </a:p>
          <a:p>
            <a:r>
              <a:t>• DNS Verification: Real-time reachability and IP resolution.</a:t>
            </a:r>
          </a:p>
          <a:p>
            <a:r>
              <a:t>• SSL/Security Check: Protocol validation and encryption status.</a:t>
            </a:r>
          </a:p>
          <a:p>
            <a:r>
              <a:t>• Domain Forensics: Whois records and registration age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Ultra-Premium 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that inspires confidence:</a:t>
            </a:r>
          </a:p>
          <a:p>
            <a:r>
              <a:t>• Glassmorphism: Modern, translucent UI components.</a:t>
            </a:r>
          </a:p>
          <a:p>
            <a:r>
              <a:t>• Immersive Backgrounds: Dynamic mesh gradients.</a:t>
            </a:r>
          </a:p>
          <a:p>
            <a:r>
              <a:t>• Interactive Metrics: Radar charts and animated score rings.</a:t>
            </a:r>
          </a:p>
          <a:p>
            <a:r>
              <a:t>• AI Scanner: Futuristic scanning animations during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on a modern, scalable stack:</a:t>
            </a:r>
          </a:p>
          <a:p>
            <a:r>
              <a:t>• Backend: Python (Flask API).</a:t>
            </a:r>
          </a:p>
          <a:p>
            <a:r>
              <a:t>• ML Engine: Scikit-learn, Pandas, Joblib.</a:t>
            </a:r>
          </a:p>
          <a:p>
            <a:r>
              <a:t>• Frontend: HTML5, CSS3, JavaScript (Vanilla).</a:t>
            </a:r>
          </a:p>
          <a:p>
            <a:r>
              <a:t>• Data Visualization: Chart.js for safety metrics.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Resilience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Shield AI is designed for reliability:</a:t>
            </a:r>
          </a:p>
          <a:p>
            <a:r>
              <a:t>• Robust Error Handling: Analysis continues even if DNS fails.</a:t>
            </a:r>
          </a:p>
          <a:p>
            <a:r>
              <a:t>• Low Latency: Optimized feature extraction for instant results.</a:t>
            </a:r>
          </a:p>
          <a:p>
            <a:r>
              <a:t>• Extendable Modules: Easy to add new detection sensors.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Shield AI represents the future of URL safety.</a:t>
            </a:r>
          </a:p>
          <a:p>
            <a:r>
              <a:t>• Proactive, AI-led defense.</a:t>
            </a:r>
          </a:p>
          <a:p>
            <a:r>
              <a:t>• User-centric, beautiful interface.</a:t>
            </a:r>
          </a:p>
          <a:p>
            <a:r>
              <a:t>• Technical excellence in vulnerability detection.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 Contact the Shield AI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